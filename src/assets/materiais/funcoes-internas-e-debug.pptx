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Poppins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PoppinsMedium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PoppinsMedium-italic.fntdata"/><Relationship Id="rId23" Type="http://schemas.openxmlformats.org/officeDocument/2006/relationships/font" Target="fonts/Poppi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oppi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1c21456b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1c21456b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469bb91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469bb91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469bb910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469bb910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469bb910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469bb910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Caso a variável salario estivesse entre aspas, não seria impresso o valor dela, mas sim apenas seu nome.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Exemplo: print(“mensagem”) =&gt; o que seria impresso seria apenas a palavra mensagem.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c6984240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4c6984240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Strings podem ser colocadas tanto entre aspas simples quanto duplas, mas, a que for usada para iniciar, deve ser usada para terminar.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469bb910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469bb910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469bb910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469bb910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469bb910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469bb910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469bb910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469bb910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469bb910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469bb910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Texto, ou string, deve estar envolvido por aspas, sejam simples (‘ ’) ou duplas (“ “). Como o texto Hello World! não está envolvido por aspas, ocorre um erro.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Obs: se uma string iniciar por aspas simples deve terminar por aspas simples. Não é permitido uma string no formato “Hello World!’.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variável Saudação não está respeitando os critérios para definicição de variáveis, pois incia com número.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variável obs está definida após um #, o que demarca um comentário. Dessa forma, é ignorada pelo compilador.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Então não é possível acessar e dar um print em obs pois essa variável não está definida.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tipo da variável numero é string, pois isso é padrão para a função input. Logo, não é possível realizar a operação de soma entre uma variável do tipo string com um número, que é 10 nesse exemplo.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ideal é colocar um casting em input ficando na forma int(input()).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que o resto do código está correto, é possível separar string de variáveis.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4c6984240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4c6984240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0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 title="cape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58100" y="4279650"/>
            <a:ext cx="464400" cy="43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00">
                <a:solidFill>
                  <a:srgbClr val="FFFFFF"/>
                </a:solidFill>
              </a:rPr>
              <a:t>Funções internas e Debug</a:t>
            </a:r>
            <a:endParaRPr b="1" sz="5200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FFFF"/>
                </a:solidFill>
              </a:rPr>
              <a:t>Projeto Wanda</a:t>
            </a:r>
            <a:endParaRPr b="1" sz="28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boy_confused_question_no_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850" y="1445026"/>
            <a:ext cx="3351451" cy="335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4294967295" type="title"/>
          </p:nvPr>
        </p:nvSpPr>
        <p:spPr>
          <a:xfrm>
            <a:off x="311700" y="445025"/>
            <a:ext cx="802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Como saber onde encontrar algo? 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Debug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624450"/>
            <a:ext cx="42687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Significa rodar o código passo a passo para encontrar e corrigir um erro.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0" name="Google Shape;70;p15" title="quero uma imagem que represente procurando um erro no código. quero uma imagem bem simples como uma 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050" y="1045175"/>
            <a:ext cx="2238026" cy="22380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2836000"/>
            <a:ext cx="42687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Há funções do próprio Python que usamos para isso.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624450"/>
            <a:ext cx="4268700" cy="7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uma função cujo objetivo é mostrar algo na tela do usuário.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9" name="Google Shape;79;p16" title="simbolo-de-setas-duplas-para-a-direita-para-avan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475" y="2843475"/>
            <a:ext cx="425275" cy="4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notebook_hello_world_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925" y="1612213"/>
            <a:ext cx="2887800" cy="28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205225" y="2800825"/>
            <a:ext cx="3170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9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“Hello World!”</a:t>
            </a:r>
            <a:r>
              <a:rPr lang="pt-BR" sz="19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624450"/>
            <a:ext cx="4268700" cy="7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possível utilizar a função print juntamente com variáveis.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11700" y="956375"/>
            <a:ext cx="2580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38450" y="2776150"/>
            <a:ext cx="3997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8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mensagem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“Bem-vindo ao Wanda!"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600">
                <a:solidFill>
                  <a:srgbClr val="98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mensagem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/>
          </a:p>
        </p:txBody>
      </p:sp>
      <p:pic>
        <p:nvPicPr>
          <p:cNvPr id="90" name="Google Shape;90;p17" title="simbolo-de-setas-duplas-para-a-direita-para-avan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6600" y="2810375"/>
            <a:ext cx="425275" cy="4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notebook_wanda_welcome_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8150" y="1516138"/>
            <a:ext cx="2887800" cy="28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624450"/>
            <a:ext cx="86418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possível utilizar variáveis e strings ao mesmo tempo na função print.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11700" y="956375"/>
            <a:ext cx="2580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40150" y="2292525"/>
            <a:ext cx="5286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CC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salario 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00CC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b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"Meu salário é", </a:t>
            </a:r>
            <a:r>
              <a:rPr lang="pt-BR" sz="1800">
                <a:solidFill>
                  <a:srgbClr val="CC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salario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, 'Reais'</a:t>
            </a: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100"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40150" y="3226000"/>
            <a:ext cx="66117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 devem ser separadas de strings por vírgulas.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Comentários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624450"/>
            <a:ext cx="42687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Servem para adicionar informações no código que não serão processadas.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2836000"/>
            <a:ext cx="4401000" cy="8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usado para melhor descrição do código e é representado por um “#”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50850" y="3867125"/>
            <a:ext cx="43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nome 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"Wanda"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444444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 Variável para Wanda</a:t>
            </a:r>
            <a:endParaRPr sz="1700"/>
          </a:p>
        </p:txBody>
      </p:sp>
      <p:pic>
        <p:nvPicPr>
          <p:cNvPr id="110" name="Google Shape;110;p19" title="python_comment_icon.png"/>
          <p:cNvPicPr preferRelativeResize="0"/>
          <p:nvPr/>
        </p:nvPicPr>
        <p:blipFill rotWithShape="1">
          <a:blip r:embed="rId3">
            <a:alphaModFix/>
          </a:blip>
          <a:srcRect b="24433" l="10682" r="11058" t="18574"/>
          <a:stretch/>
        </p:blipFill>
        <p:spPr>
          <a:xfrm>
            <a:off x="5552200" y="1515287"/>
            <a:ext cx="2901276" cy="211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Casting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624450"/>
            <a:ext cx="8008800" cy="5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Serve para transformar tipos de dados em outros.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735360" y="2286575"/>
            <a:ext cx="11211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str()</a:t>
            </a:r>
            <a:endParaRPr sz="25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501575" y="2286575"/>
            <a:ext cx="11211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endParaRPr sz="25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6312500" y="2286575"/>
            <a:ext cx="1405500" cy="8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float</a:t>
            </a: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endParaRPr sz="25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072000" y="3019025"/>
            <a:ext cx="27810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11”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int_valor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int(</a:t>
            </a: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int_valor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79300" y="3019025"/>
            <a:ext cx="26895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str_valor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str(</a:t>
            </a: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str_valor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”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5853001" y="3019025"/>
            <a:ext cx="31401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“11.22”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float_valor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float(</a:t>
            </a: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float_valor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11.22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Mas surge uma dúvida 🤔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624450"/>
            <a:ext cx="4268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Função input</a:t>
            </a:r>
            <a:endParaRPr sz="2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311700" y="956375"/>
            <a:ext cx="6804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 fazer para receber dados do usuário?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2147800"/>
            <a:ext cx="45864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Recebe uma informação e armazena em uma variável.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11700" y="3065200"/>
            <a:ext cx="454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nome = input(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"Digite seu nome: "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/>
          </a:p>
        </p:txBody>
      </p:sp>
      <p:pic>
        <p:nvPicPr>
          <p:cNvPr id="133" name="Google Shape;133;p21" title="input_variable_name_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575" y="1591475"/>
            <a:ext cx="2863549" cy="286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Input continuação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11700" y="956375"/>
            <a:ext cx="2395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Observação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247575" y="1439075"/>
            <a:ext cx="33003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Por padrão, a variável com input é do tipo string.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4147175" y="1439081"/>
            <a:ext cx="45864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Assim, é importante fazer um casting com input se deseja um tipo diferente de string.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190875" y="3080375"/>
            <a:ext cx="341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input(</a:t>
            </a:r>
            <a:r>
              <a:rPr lang="pt-BR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"Qual sua idade?"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700"/>
          </a:p>
        </p:txBody>
      </p:sp>
      <p:sp>
        <p:nvSpPr>
          <p:cNvPr id="143" name="Google Shape;143;p22"/>
          <p:cNvSpPr txBox="1"/>
          <p:nvPr/>
        </p:nvSpPr>
        <p:spPr>
          <a:xfrm>
            <a:off x="4724475" y="3080375"/>
            <a:ext cx="41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int(input(</a:t>
            </a:r>
            <a:r>
              <a:rPr lang="pt-BR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"Qual sua idade?"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700"/>
          </a:p>
        </p:txBody>
      </p:sp>
      <p:pic>
        <p:nvPicPr>
          <p:cNvPr id="144" name="Google Shape;144;p22" title="not-equ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900" y="2965038"/>
            <a:ext cx="605038" cy="605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82950" y="3693050"/>
            <a:ext cx="25806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idade é do tipo string.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Ex: “15”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4902325" y="3745725"/>
            <a:ext cx="30978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idade é do tipo inteiro.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Ex: 15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Identifique os erros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162100" y="1159600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1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247575" y="1688375"/>
            <a:ext cx="28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Hello World!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247575" y="2373475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2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311700" y="2895450"/>
            <a:ext cx="2958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00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1saudacao </a:t>
            </a:r>
            <a:r>
              <a:rPr lang="pt-BR" sz="1800">
                <a:solidFill>
                  <a:schemeClr val="dk2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“Bom dia!”</a:t>
            </a:r>
            <a:endParaRPr sz="1800">
              <a:solidFill>
                <a:srgbClr val="FFFF00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9900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1s</a:t>
            </a:r>
            <a:r>
              <a:rPr lang="pt-BR" sz="1800">
                <a:solidFill>
                  <a:srgbClr val="9900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audacao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4029125" y="1209575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3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4029125" y="1688375"/>
            <a:ext cx="2844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D85C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pt-BR" sz="1800">
                <a:solidFill>
                  <a:srgbClr val="99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obs </a:t>
            </a:r>
            <a:r>
              <a:rPr lang="pt-BR" sz="1800">
                <a:solidFill>
                  <a:schemeClr val="dk2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“Amo gatos”</a:t>
            </a: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FF9900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99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obs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4029125" y="2571750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4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029125" y="3091425"/>
            <a:ext cx="4584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pt-BR" sz="1800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umero </a:t>
            </a:r>
            <a:r>
              <a:rPr lang="pt-BR" sz="1800">
                <a:solidFill>
                  <a:srgbClr val="6666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input()</a:t>
            </a:r>
            <a:endParaRPr sz="1800">
              <a:solidFill>
                <a:srgbClr val="FF9900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“Numero + 10 = ”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pt-BR" sz="1800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pt-BR" sz="1800">
                <a:solidFill>
                  <a:srgbClr val="FF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