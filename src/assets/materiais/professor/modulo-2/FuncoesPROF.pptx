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65eddf95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65eddf95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65eddf95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65eddf95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5eddf95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65eddf95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Tudo descrito na etapa de fazer suco poderia ser colocado dentro de uma função.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Assim, toda vez que um suco fosse produzido, poderia apenas chamar a função, ao invés de reescrever todo o passo a passo.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Servem para: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“Esconder”  processos.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Evitar repetição de código.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pt-B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Tornar o código mais enxuto.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65eddf95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65eddf95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Explicando cada ponto: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- É usado para marcar que vai se definir uma função.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Para usar a função posteriormente não precisa de def; é só utilizar o nome definido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 - Significa algo que pode ser passado e utilizado na função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Similar ao print, que recebe algo para imprimir na tela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É obrigatório, se não tiver argumentos, deve ficar sem nada dentro “( )”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 - Similar ao usado em comando condicionais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Denota que o escopo da função está a seguir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 - É obrigatório da função, toda função deve retornar algo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 for uma função que não retorna nada exatamente, deve ser da forma “return” sem nada a retornar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Ao chegar em um return, a execução da função acaba (ignora o que existir ainda na função após o return) e continua com o restante do código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5eddf95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5eddf95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Explicação do exemplo: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Definição da função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É definida uma função com nome “isAdulto” que recebe um parâmetro chamado idade.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Lembrando que essa “idade” é uma variável, então a função pode receber qualquer nome como parâmetro, isso é apenas a especificação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Possui um if que verifica se idade é maior ou igual a 18.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 for, retorna True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 não, retorna False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Código que chama a função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Recebe um valor convertido para inteiro via teclado referente a idade do usuário e guarda na variável idade.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Chama a função “isAdulto” passando a variável idade como parâmetro e guarda o valor retornado na variável adulto.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Verifica no if se adulto é True.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 sim, mostra na tela “É adulto”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 não, mostra na tela “Não é adulto”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5eddf95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65eddf95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Explicação do exemplo: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Definição da função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É definida uma função com nome “areaTriangulo” que recebe dois parâmtros (base e altura).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Possui uma variável area que calcula a área do triângulo com as dimensões passadas como parâmetro.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Retorna o valor calculado para área.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Código que chama a função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Recebe um valor via teclado convertido para tipo float referente a base do triângulo e o mesmo para a altura.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Chama a função “areaTriangulo” passando as variáveis base e altura como parâmetros e guarda o valor retornado na variável area.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Mostra na tela a mensagem “A area do triângulo é ” e o valor da área calculada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5eddf95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65eddf95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variável mensagem não existe, não foi instanciada. Ela só existe dentro da função.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Ela nasce e morre lá.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Esse tipo de variável só tem sentido usado dentro da função.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Ilustração do volante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Dentro de um contexto de um carro, um volante tem total serventia e utilidade.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Mas um volante não serve de nada se não estiver junto a um carro.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É necessário explicar essa analogia de pertencimento.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a5b62a0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a5b62a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 erro é que a variável não está definida, não existe a variável mensagem para que tenha print.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variável mensagem só existe dentro da função “local”.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Só seria possível acessar o conteúdo da uma função por meio do return.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Correção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variável mensagem está sendo retornada, logo pode-se acessar o conteúdo dela.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Nem se fosse feito um return mensagem, o código com erro “print(mensagem)” seria bem-sucedido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 que acontece é que a função print chamada a função local que devolve o conteúdo da variável mensagem.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Uma função pode receber outra função como parâmetro, como é o caso do print.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Dessa forma a função print chama a função local. A função local retorna a mensagem e a função print mostra a mensagem na tela.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6a5b62a0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6a5b62a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7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" name="Google Shape;54;p13" title="Fundo com Capes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rgbClr val="F3F3F3"/>
                </a:solidFill>
              </a:rPr>
              <a:t>Funções</a:t>
            </a:r>
            <a:endParaRPr b="1" sz="5100">
              <a:solidFill>
                <a:srgbClr val="F3F3F3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Pense no processo de fazer um suco de laranja.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Ideia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311696" y="1914975"/>
            <a:ext cx="3378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está envolvido?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359450" y="2397675"/>
            <a:ext cx="3782400" cy="23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AutoNum type="arabicParenR"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Comprar laranjas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AutoNum type="arabicParenR"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Cortar laranjas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AutoNum type="arabicParenR"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Espremer as laranjas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AutoNum type="arabicParenR"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Colocar o suco em uma jarra ou copo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oppins"/>
              <a:buAutoNum type="arabicParenR"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Colocar gelo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26" title="making_orange_juice_no_bg (1).png"/>
          <p:cNvPicPr preferRelativeResize="0"/>
          <p:nvPr/>
        </p:nvPicPr>
        <p:blipFill rotWithShape="1">
          <a:blip r:embed="rId3">
            <a:alphaModFix/>
          </a:blip>
          <a:srcRect b="11800" l="7987" r="11087" t="10566"/>
          <a:stretch/>
        </p:blipFill>
        <p:spPr>
          <a:xfrm>
            <a:off x="5412650" y="2090375"/>
            <a:ext cx="2317550" cy="222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311700" y="1604700"/>
            <a:ext cx="4216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Colocar as etapas numa função.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4999575" y="1559700"/>
            <a:ext cx="375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Apenas chamar a função.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311700" y="2171350"/>
            <a:ext cx="39960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fazer suco():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comprar laranjas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cortar laranjas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espremer laranjas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colocar suco em copo/jarra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colocar gelo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5093475" y="2171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fazer suco()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" name="Google Shape;127;p28"/>
          <p:cNvSpPr txBox="1"/>
          <p:nvPr/>
        </p:nvSpPr>
        <p:spPr>
          <a:xfrm>
            <a:off x="311700" y="1492075"/>
            <a:ext cx="3651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Segue o seguinte modelo: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311700" y="956375"/>
            <a:ext cx="320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utilizar?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311700" y="2269000"/>
            <a:ext cx="32547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nomeDaFuncao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qualquer instrução</a:t>
            </a:r>
            <a:endParaRPr sz="1800">
              <a:solidFill>
                <a:srgbClr val="FFFF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algo </a:t>
            </a:r>
            <a:endParaRPr sz="1800">
              <a:solidFill>
                <a:srgbClr val="990000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4354075" y="1492075"/>
            <a:ext cx="4517700" cy="25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São obrigatórios: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def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Define uma função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 )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Recebe parâmetros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Segue conteúdo da função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return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Retorno da função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6" name="Google Shape;136;p29"/>
          <p:cNvSpPr txBox="1"/>
          <p:nvPr/>
        </p:nvSpPr>
        <p:spPr>
          <a:xfrm>
            <a:off x="311700" y="956375"/>
            <a:ext cx="320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Exemplo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287400" y="2568864"/>
            <a:ext cx="3254700" cy="15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isAdulto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93C47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8E7CC3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 </a:t>
            </a:r>
            <a:r>
              <a:rPr lang="pt-BR" sz="1800">
                <a:solidFill>
                  <a:srgbClr val="C27BA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pt-BR" sz="1800">
                <a:solidFill>
                  <a:srgbClr val="93C47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3C47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800">
              <a:solidFill>
                <a:srgbClr val="3C78D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3C78D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3152569" y="2571739"/>
            <a:ext cx="50838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int(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input(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“Qual sua idade?”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6B26B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adulto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isAdulto(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6D7A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adulto</a:t>
            </a:r>
            <a:r>
              <a:rPr lang="pt-BR" sz="1800">
                <a:solidFill>
                  <a:srgbClr val="B6D7A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B6D7A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“É adulto”</a:t>
            </a: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CC4125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6D7A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B6D7A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“Não é adulto”</a:t>
            </a: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3C78D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287400" y="2045704"/>
            <a:ext cx="2984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Definição da função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3248699" y="2045704"/>
            <a:ext cx="4159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 que chama a função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311700" y="1439075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verificar se alguém é adulto?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9" title="adult_conditional_che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8900" y="268700"/>
            <a:ext cx="1968901" cy="19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311700" y="956375"/>
            <a:ext cx="320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Exemplo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240600" y="1894964"/>
            <a:ext cx="82014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areaTriangulo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base, altura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):  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1C23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altura</a:t>
            </a:r>
            <a:r>
              <a:rPr lang="pt-BR" sz="1800">
                <a:solidFill>
                  <a:srgbClr val="F1C23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</a:t>
            </a:r>
            <a:endParaRPr sz="1800">
              <a:solidFill>
                <a:srgbClr val="FFD9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D9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D9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191700" y="3051252"/>
            <a:ext cx="8026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base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float(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input(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“Qual o valor da base do triângulo?”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6B26B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altura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float(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input(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“Qual o valor da altura do triângulo?”</a:t>
            </a:r>
            <a:r>
              <a:rPr lang="pt-BR" sz="1800">
                <a:solidFill>
                  <a:srgbClr val="674EA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6B26B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6B26B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C78D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areaTriangulo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base, altura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B6D7A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“A área do triângulo é”, </a:t>
            </a:r>
            <a:r>
              <a:rPr lang="pt-BR" sz="1800">
                <a:solidFill>
                  <a:srgbClr val="3C78D8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area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pic>
        <p:nvPicPr>
          <p:cNvPr id="151" name="Google Shape;151;p30" title="triangle_geometry_icon.png"/>
          <p:cNvPicPr preferRelativeResize="0"/>
          <p:nvPr/>
        </p:nvPicPr>
        <p:blipFill rotWithShape="1">
          <a:blip r:embed="rId3">
            <a:alphaModFix/>
          </a:blip>
          <a:srcRect b="23316" l="13086" r="7022" t="15790"/>
          <a:stretch/>
        </p:blipFill>
        <p:spPr>
          <a:xfrm>
            <a:off x="6124625" y="693875"/>
            <a:ext cx="2463875" cy="18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0"/>
          <p:cNvSpPr txBox="1"/>
          <p:nvPr/>
        </p:nvSpPr>
        <p:spPr>
          <a:xfrm>
            <a:off x="311700" y="1439075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calcular a área do triângulo?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8" name="Google Shape;158;p31"/>
          <p:cNvSpPr txBox="1"/>
          <p:nvPr/>
        </p:nvSpPr>
        <p:spPr>
          <a:xfrm>
            <a:off x="311700" y="956375"/>
            <a:ext cx="320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Variáveis locais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31"/>
          <p:cNvSpPr txBox="1"/>
          <p:nvPr/>
        </p:nvSpPr>
        <p:spPr>
          <a:xfrm>
            <a:off x="311700" y="1492075"/>
            <a:ext cx="8360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São variáveis que só existem dentro de um determinado contexto.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311700" y="1919575"/>
            <a:ext cx="8360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Não podem ser acessadas fora do seu contexto.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31"/>
          <p:cNvSpPr txBox="1"/>
          <p:nvPr/>
        </p:nvSpPr>
        <p:spPr>
          <a:xfrm>
            <a:off x="311700" y="2330400"/>
            <a:ext cx="1764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62" name="Google Shape;162;p31" title="car_interior_view.png"/>
          <p:cNvPicPr preferRelativeResize="0"/>
          <p:nvPr/>
        </p:nvPicPr>
        <p:blipFill rotWithShape="1">
          <a:blip r:embed="rId3">
            <a:alphaModFix/>
          </a:blip>
          <a:srcRect b="12347" l="6406" r="5472" t="17418"/>
          <a:stretch/>
        </p:blipFill>
        <p:spPr>
          <a:xfrm>
            <a:off x="387250" y="2813100"/>
            <a:ext cx="2744509" cy="21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 title="steering_wheel_user_no_bg.png"/>
          <p:cNvPicPr preferRelativeResize="0"/>
          <p:nvPr/>
        </p:nvPicPr>
        <p:blipFill rotWithShape="1">
          <a:blip r:embed="rId4">
            <a:alphaModFix/>
          </a:blip>
          <a:srcRect b="20542" l="18205" r="17918" t="19130"/>
          <a:stretch/>
        </p:blipFill>
        <p:spPr>
          <a:xfrm>
            <a:off x="3894675" y="3064250"/>
            <a:ext cx="1688343" cy="15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Funções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9" name="Google Shape;169;p32"/>
          <p:cNvSpPr txBox="1"/>
          <p:nvPr/>
        </p:nvSpPr>
        <p:spPr>
          <a:xfrm>
            <a:off x="311700" y="956375"/>
            <a:ext cx="320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Variáveis locais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311700" y="1492075"/>
            <a:ext cx="2483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Encontre o erro: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4474375" y="2096200"/>
            <a:ext cx="44823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“Wanda”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mensagem</a:t>
            </a:r>
            <a:endParaRPr sz="1800">
              <a:solidFill>
                <a:srgbClr val="FFD9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B6D7A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CC4125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64D7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311700" y="2096200"/>
            <a:ext cx="40674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6AA84F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“Wanda”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endParaRPr sz="1800">
              <a:solidFill>
                <a:srgbClr val="FFD9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B6D7A8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FFD9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800">
                <a:solidFill>
                  <a:srgbClr val="CC4125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A64D7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4474375" y="1492075"/>
            <a:ext cx="2483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Correção: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