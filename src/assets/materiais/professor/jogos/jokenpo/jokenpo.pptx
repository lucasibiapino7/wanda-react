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002b81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002b81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6002b816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6002b81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Jokenp</a:t>
            </a:r>
            <a:r>
              <a:rPr b="1" lang="pt-BR">
                <a:solidFill>
                  <a:srgbClr val="FFFFFF"/>
                </a:solidFill>
              </a:rPr>
              <a:t>ô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</a:rPr>
              <a:t>Regras do jogo</a:t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3F3F3"/>
                </a:solidFill>
              </a:rPr>
              <a:t>Regras do jogo</a:t>
            </a:r>
            <a:endParaRPr b="1" sz="3000">
              <a:solidFill>
                <a:srgbClr val="F3F3F3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525" y="1965389"/>
            <a:ext cx="1810725" cy="11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5663" y="1813089"/>
            <a:ext cx="1592675" cy="1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584188" y="3405764"/>
            <a:ext cx="11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3F3F3"/>
                </a:solidFill>
              </a:rPr>
              <a:t>2 pedras</a:t>
            </a:r>
            <a:endParaRPr sz="1800">
              <a:solidFill>
                <a:srgbClr val="F3F3F3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990288" y="3405764"/>
            <a:ext cx="11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3F3F3"/>
                </a:solidFill>
              </a:rPr>
              <a:t>2 pap</a:t>
            </a:r>
            <a:r>
              <a:rPr lang="pt-BR" sz="1800">
                <a:solidFill>
                  <a:srgbClr val="F3F3F3"/>
                </a:solidFill>
              </a:rPr>
              <a:t>éis</a:t>
            </a:r>
            <a:endParaRPr sz="1800">
              <a:solidFill>
                <a:srgbClr val="F3F3F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090188" y="3405764"/>
            <a:ext cx="12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3F3F3"/>
                </a:solidFill>
              </a:rPr>
              <a:t>2 tesouras</a:t>
            </a:r>
            <a:endParaRPr sz="1800">
              <a:solidFill>
                <a:srgbClr val="F3F3F3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95363" y="3867475"/>
            <a:ext cx="615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3F3F3"/>
                </a:solidFill>
              </a:rPr>
              <a:t>Cada jogador recebe </a:t>
            </a:r>
            <a:r>
              <a:rPr b="1" lang="pt-BR" sz="2400">
                <a:solidFill>
                  <a:srgbClr val="F3F3F3"/>
                </a:solidFill>
              </a:rPr>
              <a:t>3 cartas aleatórias</a:t>
            </a:r>
            <a:endParaRPr b="1" sz="2400">
              <a:solidFill>
                <a:srgbClr val="F3F3F3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667313" y="1090493"/>
            <a:ext cx="381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rgbClr val="F3F3F3"/>
                </a:solidFill>
              </a:rPr>
              <a:t>O jogo tem </a:t>
            </a:r>
            <a:r>
              <a:rPr b="1" lang="pt-BR" sz="2400">
                <a:solidFill>
                  <a:srgbClr val="F3F3F3"/>
                </a:solidFill>
              </a:rPr>
              <a:t>6 cartas</a:t>
            </a:r>
            <a:r>
              <a:rPr lang="pt-BR" sz="2400">
                <a:solidFill>
                  <a:srgbClr val="F3F3F3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8" name="Google Shape;68;p14" title="scissor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8525" y="1905613"/>
            <a:ext cx="1332275" cy="1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296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3F3F3"/>
                </a:solidFill>
              </a:rPr>
              <a:t>Regras do Jogo</a:t>
            </a:r>
            <a:endParaRPr b="1" sz="3000">
              <a:solidFill>
                <a:srgbClr val="F3F3F3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713638" y="933800"/>
            <a:ext cx="381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2400">
                <a:solidFill>
                  <a:srgbClr val="F3F3F3"/>
                </a:solidFill>
              </a:rPr>
              <a:t>Desafio: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10658" y="1507527"/>
            <a:ext cx="78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●"/>
            </a:pPr>
            <a:r>
              <a:rPr lang="pt-BR" sz="1800">
                <a:solidFill>
                  <a:srgbClr val="F3F3F3"/>
                </a:solidFill>
              </a:rPr>
              <a:t>Cada um deve criar suas </a:t>
            </a:r>
            <a:r>
              <a:rPr b="1" lang="pt-BR" sz="1800">
                <a:solidFill>
                  <a:srgbClr val="F3F3F3"/>
                </a:solidFill>
              </a:rPr>
              <a:t>funções no código</a:t>
            </a:r>
            <a:r>
              <a:rPr lang="pt-BR" sz="1800">
                <a:solidFill>
                  <a:srgbClr val="F3F3F3"/>
                </a:solidFill>
              </a:rPr>
              <a:t> para jogar suas cartas.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11700" y="1825261"/>
            <a:ext cx="77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●"/>
            </a:pPr>
            <a:r>
              <a:rPr lang="pt-BR" sz="1800">
                <a:solidFill>
                  <a:srgbClr val="F3F3F3"/>
                </a:solidFill>
              </a:rPr>
              <a:t>Depois, as </a:t>
            </a:r>
            <a:r>
              <a:rPr b="1" lang="pt-BR" sz="1800">
                <a:solidFill>
                  <a:srgbClr val="F3F3F3"/>
                </a:solidFill>
              </a:rPr>
              <a:t>funções vão disputar</a:t>
            </a:r>
            <a:r>
              <a:rPr lang="pt-BR" sz="1800">
                <a:solidFill>
                  <a:srgbClr val="F3F3F3"/>
                </a:solidFill>
              </a:rPr>
              <a:t> contra as funções dos colegas!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67311" y="2294700"/>
            <a:ext cx="381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rgbClr val="F3F3F3"/>
                </a:solidFill>
              </a:rPr>
              <a:t>Objetivo: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77614" y="2862039"/>
            <a:ext cx="8585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3F3F3"/>
                </a:solidFill>
              </a:rPr>
              <a:t>Usar programação para decidir </a:t>
            </a:r>
            <a:r>
              <a:rPr b="1" lang="pt-BR" sz="1800">
                <a:solidFill>
                  <a:srgbClr val="F3F3F3"/>
                </a:solidFill>
              </a:rPr>
              <a:t>quem vence cada rodada</a:t>
            </a:r>
            <a:r>
              <a:rPr lang="pt-BR" sz="1800">
                <a:solidFill>
                  <a:srgbClr val="F3F3F3"/>
                </a:solidFill>
              </a:rPr>
              <a:t>, seguindo as regras do Jokenpô: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667300" y="3493436"/>
            <a:ext cx="3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rgbClr val="F3F3F3"/>
                </a:solidFill>
              </a:rPr>
              <a:t>🪨 Pedra ganha de Tesoura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667305" y="3963433"/>
            <a:ext cx="3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rgbClr val="F3F3F3"/>
                </a:solidFill>
              </a:rPr>
              <a:t>✂️ Tesoura ganha de Papel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2667260" y="4426805"/>
            <a:ext cx="3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800">
                <a:solidFill>
                  <a:srgbClr val="F3F3F3"/>
                </a:solidFill>
              </a:rPr>
              <a:t>📄 Papel ganha de Pedra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