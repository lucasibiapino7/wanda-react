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16f9c948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16f9c948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16f9c948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16f9c948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16f9c948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16f9c948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rgbClr val="F3F3F3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0" name="Google Shape;20;p4" title="o-circuito (1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7125" y="3994950"/>
            <a:ext cx="1015200" cy="10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3F3F3"/>
                </a:solidFill>
              </a:rPr>
              <a:t>BITS</a:t>
            </a:r>
            <a:endParaRPr b="1">
              <a:solidFill>
                <a:srgbClr val="F3F3F3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F3F3F3"/>
                </a:solidFill>
              </a:rPr>
              <a:t>Regras do jogo</a:t>
            </a:r>
            <a:endParaRPr b="1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3020">
                <a:solidFill>
                  <a:srgbClr val="F3F3F3"/>
                </a:solidFill>
              </a:rPr>
              <a:t>Regras do jogo</a:t>
            </a:r>
            <a:endParaRPr b="1" sz="3020">
              <a:solidFill>
                <a:srgbClr val="F3F3F3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64650" y="1271650"/>
            <a:ext cx="8520600" cy="6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631"/>
              <a:t>O jogo possui 4 cartas:</a:t>
            </a:r>
            <a:endParaRPr b="1" sz="963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72565" l="30888" r="27551" t="4110"/>
          <a:stretch/>
        </p:blipFill>
        <p:spPr>
          <a:xfrm>
            <a:off x="464875" y="2081880"/>
            <a:ext cx="1425124" cy="1199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54612" l="24107" r="25003" t="26446"/>
          <a:stretch/>
        </p:blipFill>
        <p:spPr>
          <a:xfrm>
            <a:off x="2180825" y="2194580"/>
            <a:ext cx="1745050" cy="974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3">
            <a:alphaModFix/>
          </a:blip>
          <a:srcRect b="38302" l="23474" r="18131" t="44377"/>
          <a:stretch/>
        </p:blipFill>
        <p:spPr>
          <a:xfrm>
            <a:off x="4325725" y="2236269"/>
            <a:ext cx="2002424" cy="890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/>
          </a:blip>
          <a:srcRect b="18313" l="29631" r="29656" t="60482"/>
          <a:stretch/>
        </p:blipFill>
        <p:spPr>
          <a:xfrm>
            <a:off x="6771675" y="2084593"/>
            <a:ext cx="1396024" cy="109064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610250" y="3320900"/>
            <a:ext cx="101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F3F3F3"/>
                </a:solidFill>
              </a:rPr>
              <a:t>BIT8</a:t>
            </a:r>
            <a:endParaRPr b="1" sz="2200">
              <a:solidFill>
                <a:srgbClr val="F3F3F3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455178" y="3320900"/>
            <a:ext cx="101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F3F3F3"/>
                </a:solidFill>
              </a:rPr>
              <a:t>BIT16</a:t>
            </a:r>
            <a:endParaRPr b="1" sz="2200">
              <a:solidFill>
                <a:srgbClr val="F3F3F3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4678507" y="3320900"/>
            <a:ext cx="101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F3F3F3"/>
                </a:solidFill>
              </a:rPr>
              <a:t>BIT32</a:t>
            </a:r>
            <a:endParaRPr b="1" sz="2200">
              <a:solidFill>
                <a:srgbClr val="F3F3F3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6686385" y="3320900"/>
            <a:ext cx="162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F3F3F3"/>
                </a:solidFill>
              </a:rPr>
              <a:t>FIREWALL</a:t>
            </a:r>
            <a:endParaRPr b="1" sz="2200">
              <a:solidFill>
                <a:srgbClr val="F3F3F3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773725" y="2373950"/>
            <a:ext cx="40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F3F3F3"/>
                </a:solidFill>
              </a:rPr>
              <a:t>&lt;</a:t>
            </a:r>
            <a:endParaRPr sz="2800">
              <a:solidFill>
                <a:srgbClr val="F3F3F3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3925875" y="2373938"/>
            <a:ext cx="40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F3F3F3"/>
                </a:solidFill>
              </a:rPr>
              <a:t>&lt;</a:t>
            </a:r>
            <a:endParaRPr sz="2800">
              <a:solidFill>
                <a:srgbClr val="F3F3F3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6368850" y="2373938"/>
            <a:ext cx="40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rgbClr val="F3F3F3"/>
                </a:solidFill>
              </a:rPr>
              <a:t>&lt;</a:t>
            </a:r>
            <a:endParaRPr sz="2800">
              <a:solidFill>
                <a:srgbClr val="F3F3F3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3020">
                <a:solidFill>
                  <a:srgbClr val="F3F3F3"/>
                </a:solidFill>
              </a:rPr>
              <a:t>Regras do jogo</a:t>
            </a:r>
            <a:endParaRPr b="1" sz="3020">
              <a:solidFill>
                <a:srgbClr val="F3F3F3"/>
              </a:solidFill>
            </a:endParaRPr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64650" y="1271650"/>
            <a:ext cx="8520600" cy="6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81488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ct val="100000"/>
              <a:buChar char="●"/>
            </a:pPr>
            <a:r>
              <a:rPr lang="pt-BR" sz="9631">
                <a:solidFill>
                  <a:srgbClr val="F3F3F3"/>
                </a:solidFill>
              </a:rPr>
              <a:t>O jogo possui 4 turnos.</a:t>
            </a:r>
            <a:endParaRPr sz="9631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55325" y="1816675"/>
            <a:ext cx="8520600" cy="8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81488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ct val="100000"/>
              <a:buChar char="●"/>
            </a:pPr>
            <a:r>
              <a:rPr lang="pt-BR" sz="9631"/>
              <a:t>O vencedor de cada turno é aquele que jogar a carta de maior força. </a:t>
            </a:r>
            <a:endParaRPr sz="9631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55325" y="2681121"/>
            <a:ext cx="85206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81488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ct val="100000"/>
              <a:buChar char="●"/>
            </a:pPr>
            <a:r>
              <a:rPr lang="pt-BR" sz="9631"/>
              <a:t>Caso as duas cartas jogadas sejam iguais, ninguém pontua no turno.</a:t>
            </a:r>
            <a:endParaRPr sz="9631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311700" y="3553625"/>
            <a:ext cx="8520600" cy="6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81488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ct val="100000"/>
              <a:buChar char="●"/>
            </a:pPr>
            <a:r>
              <a:rPr lang="pt-BR" sz="9631"/>
              <a:t>É jogada apenas uma carta por turno.</a:t>
            </a:r>
            <a:endParaRPr sz="9631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t-BR" sz="3020">
                <a:solidFill>
                  <a:srgbClr val="F3F3F3"/>
                </a:solidFill>
              </a:rPr>
              <a:t>Desafio</a:t>
            </a:r>
            <a:endParaRPr b="1" sz="3020">
              <a:solidFill>
                <a:srgbClr val="F3F3F3"/>
              </a:solidFill>
            </a:endParaRPr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2141725"/>
            <a:ext cx="8520600" cy="8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81488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ct val="100000"/>
              <a:buChar char="●"/>
            </a:pPr>
            <a:r>
              <a:rPr lang="pt-BR" sz="9631"/>
              <a:t>Seu desafio é construir um código para retornar qual carta jogar em cada turno.</a:t>
            </a:r>
            <a:endParaRPr sz="9631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393725" y="1147721"/>
            <a:ext cx="8520600" cy="8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81488" lvl="0" marL="457200" rtl="0" algn="l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ct val="100000"/>
              <a:buChar char="●"/>
            </a:pPr>
            <a:r>
              <a:rPr lang="pt-BR" sz="9631"/>
              <a:t>Você saberá, em cada turno, qual a última carta jogada pelo oponente e também quais cartas você possui.</a:t>
            </a:r>
            <a:endParaRPr sz="9631"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